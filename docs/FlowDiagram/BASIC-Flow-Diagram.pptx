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239500" cy="13239750"/>
  <p:notesSz cx="13239750" cy="11239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158825" cy="13240514"/>
          </a:xfrm>
          <a:prstGeom prst="roundRect">
            <a:avLst>
              <a:gd name="adj" fmla="val 1195"/>
            </a:avLst>
          </a:prstGeom>
          <a:ln w="9144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F172A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-254618" y="351901"/>
            <a:ext cx="11668060" cy="147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225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-254618" y="556784"/>
            <a:ext cx="11668060" cy="339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spc="15" kern="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— Baseline Audit for Security Intelligence in the Cloud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5007913" y="934688"/>
            <a:ext cx="1142857" cy="380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E3A5F">
                  <a:alpha val="100000"/>
                </a:srgbClr>
              </a:gs>
              <a:gs pos="14286">
                <a:srgbClr val="164E63">
                  <a:alpha val="100000"/>
                </a:srgbClr>
              </a:gs>
              <a:gs pos="28571">
                <a:srgbClr val="134E4A">
                  <a:alpha val="100000"/>
                </a:srgbClr>
              </a:gs>
              <a:gs pos="42857">
                <a:srgbClr val="14532D">
                  <a:alpha val="100000"/>
                </a:srgbClr>
              </a:gs>
              <a:gs pos="57143">
                <a:srgbClr val="713F12">
                  <a:alpha val="100000"/>
                </a:srgbClr>
              </a:gs>
              <a:gs pos="71429">
                <a:srgbClr val="581C87">
                  <a:alpha val="100000"/>
                </a:srgbClr>
              </a:gs>
              <a:gs pos="85714">
                <a:srgbClr val="7C2D12">
                  <a:alpha val="100000"/>
                </a:srgbClr>
              </a:gs>
              <a:gs pos="100000">
                <a:srgbClr val="1E1B4B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-254618" y="1086850"/>
            <a:ext cx="1166806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from authentication through discovery, analysis, and reporting — eight stages, left to right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2804780" y="1478471"/>
            <a:ext cx="114157" cy="114157"/>
          </a:xfrm>
          <a:prstGeom prst="roundRect">
            <a:avLst>
              <a:gd name="adj" fmla="val 25031"/>
            </a:avLst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2985516" y="1471613"/>
            <a:ext cx="635984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863" dirty="0"/>
          </a:p>
        </p:txBody>
      </p:sp>
      <p:sp>
        <p:nvSpPr>
          <p:cNvPr id="9" name="Shape 7"/>
          <p:cNvSpPr/>
          <p:nvPr/>
        </p:nvSpPr>
        <p:spPr>
          <a:xfrm>
            <a:off x="3754756" y="1478471"/>
            <a:ext cx="114157" cy="114157"/>
          </a:xfrm>
          <a:prstGeom prst="roundRect">
            <a:avLst>
              <a:gd name="adj" fmla="val 25031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935492" y="1471613"/>
            <a:ext cx="928021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Process</a:t>
            </a:r>
            <a:endParaRPr lang="en-US" sz="863" dirty="0"/>
          </a:p>
        </p:txBody>
      </p:sp>
      <p:sp>
        <p:nvSpPr>
          <p:cNvPr id="11" name="Shape 9"/>
          <p:cNvSpPr/>
          <p:nvPr/>
        </p:nvSpPr>
        <p:spPr>
          <a:xfrm>
            <a:off x="4996768" y="1478471"/>
            <a:ext cx="114157" cy="114157"/>
          </a:xfrm>
          <a:prstGeom prst="roundRect">
            <a:avLst>
              <a:gd name="adj" fmla="val 25031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177505" y="1471613"/>
            <a:ext cx="755428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Worker</a:t>
            </a:r>
            <a:endParaRPr lang="en-US" sz="863" dirty="0"/>
          </a:p>
        </p:txBody>
      </p:sp>
      <p:sp>
        <p:nvSpPr>
          <p:cNvPr id="13" name="Shape 11"/>
          <p:cNvSpPr/>
          <p:nvPr/>
        </p:nvSpPr>
        <p:spPr>
          <a:xfrm>
            <a:off x="6066188" y="1478471"/>
            <a:ext cx="114157" cy="114157"/>
          </a:xfrm>
          <a:prstGeom prst="roundRect">
            <a:avLst>
              <a:gd name="adj" fmla="val 25031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246925" y="1471613"/>
            <a:ext cx="550973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863" dirty="0"/>
          </a:p>
        </p:txBody>
      </p:sp>
      <p:sp>
        <p:nvSpPr>
          <p:cNvPr id="15" name="Shape 13"/>
          <p:cNvSpPr/>
          <p:nvPr/>
        </p:nvSpPr>
        <p:spPr>
          <a:xfrm>
            <a:off x="6931153" y="1478471"/>
            <a:ext cx="114157" cy="114157"/>
          </a:xfrm>
          <a:prstGeom prst="roundRect">
            <a:avLst>
              <a:gd name="adj" fmla="val 25031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111890" y="1471613"/>
            <a:ext cx="599551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863" dirty="0"/>
          </a:p>
        </p:txBody>
      </p:sp>
      <p:sp>
        <p:nvSpPr>
          <p:cNvPr id="17" name="Shape 15"/>
          <p:cNvSpPr/>
          <p:nvPr/>
        </p:nvSpPr>
        <p:spPr>
          <a:xfrm>
            <a:off x="7844696" y="1478471"/>
            <a:ext cx="114157" cy="114157"/>
          </a:xfrm>
          <a:prstGeom prst="roundRect">
            <a:avLst>
              <a:gd name="adj" fmla="val 25031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025433" y="1471613"/>
            <a:ext cx="404813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63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749" y="1809084"/>
            <a:ext cx="10667907" cy="11010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2026-07-09T19:31:56Z</dcterms:created>
  <dcterms:modified xsi:type="dcterms:W3CDTF">2026-07-09T19:31:56Z</dcterms:modified>
</cp:coreProperties>
</file>